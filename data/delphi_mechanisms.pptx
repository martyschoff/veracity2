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MiroFish = the original agent-society adjudication design we inherited. Delphi3080 is our re-targeted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stack: Fact-Check &gt; Marty (FINAL) &gt; DelphiCursor &gt; Delphi3080 &gt; Panel &gt; Swarm.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Seer Score Adjudication Stack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Delphi3080 vs DelphiCursor vs the MiroFish standard — mechanisms, targets, trade-offs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SeerScore.AI · 2026-10-07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· What MiroFish set as the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MiroFish (OASIS + Graphiti agent society): claim → ingest into a Neo4j knowledge graph → specialist agents argue in rounds → ReportAgent issues a verdict</a:t>
            </a:r>
          </a:p>
          <a:p>
            <a:pPr/>
            <a:r>
              <a:rPr/>
              <a:t>Targets: max-context reasoning, full social simulation, explainable rationale trail, graph persistence across claims</a:t>
            </a:r>
          </a:p>
          <a:p>
            <a:pPr/>
            <a:r>
              <a:rPr/>
              <a:t>Cost: high — Graphiti ingest + embedding calls + 2-3 panel rounds per claim; ~15-30 min/claim on local 32B hardware</a:t>
            </a:r>
          </a:p>
          <a:p>
            <a:pPr/>
            <a:r>
              <a:rPr/>
              <a:t>Our adaptation (Delphi3080) keeps the skeleton but re-targets: daily verdicts at scale for one tracker, not general research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· Delphi3080 — our agent-society instance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Architecture: silent pythonw worker → claim fixture → Graphiti/Neo4j ingest → specialist panels (2 rounds) → ReportAgent verdict + confidence</a:t>
            </a:r>
          </a:p>
          <a:p>
            <a:pPr/>
            <a:r>
              <a:rPr/>
              <a:t>Judge model: local qwen3:32b on nimo128 via llm proxy (embed-fixups live in the proxy)</a:t>
            </a:r>
          </a:p>
          <a:p>
            <a:pPr/>
            <a:r>
              <a:rPr/>
              <a:t>Targets: zero marginal $ cost, always-on, batch all graded predictions; fail-soft (bad run marks error, queue keeps moving)</a:t>
            </a:r>
          </a:p>
          <a:p>
            <a:pPr/>
            <a:r>
              <a:rPr/>
              <a:t>Verified: first end-to-end clean run Oct 7 — nickel 10x-demand claim REFUTED @0.65 (matches owner mark)</a:t>
            </a:r>
          </a:p>
          <a:p>
            <a:pPr/>
            <a:r>
              <a:rPr/>
              <a:t>Weakness: 32B reasoning ceiling; embedding/ingest fragility (4 fixed failure modes today)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· DelphiCursor — the Opus tiebreaker (design → build)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Architecture: fixture file (Marty redacted — judge blind) → Cursor agent CLI (Opus, may browse ≤2 URLs) → verdict.json → validated → merged</a:t>
            </a:r>
          </a:p>
          <a:p>
            <a:pPr/>
            <a:r>
              <a:rPr/>
              <a:t>Targets: frontier reasoning on contested/deadlocked claims; breaking ties the 32B sim can't; calibration vs owner</a:t>
            </a:r>
          </a:p>
          <a:p>
            <a:pPr/>
            <a:r>
              <a:rPr/>
              <a:t>Mode A (owner decision): advisory only — Marty stays FINAL; grid shows Delphi3080 and DelphiCursor side by side</a:t>
            </a:r>
          </a:p>
          <a:p>
            <a:pPr/>
            <a:r>
              <a:rPr/>
              <a:t>Controls: 5-min hard timeout, ≤15 claims/day, single-instance lock, verdict schema validation, ≤2 retries</a:t>
            </a:r>
          </a:p>
          <a:p>
            <a:pPr/>
            <a:r>
              <a:rPr/>
              <a:t>Status: worker/queue/check/display built (Cursor); API router + tests finishing; NO case submitted yet by owner instruction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· Differences vs the MiroFish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00891">
                <a:tc>
                  <a:txBody>
                    <a:bodyPr/>
                    <a:lstStyle/>
                    <a:p>
                      <a: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MiroFish 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Delphi3080 (ours)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DelphiCursor (ours)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t>Judge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Multiple role agents, generic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Simulated specialists, 32B local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Single Opus, may browse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t>Knowledge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Core deliverable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Reused (Graphiti/Neo4j)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 - fixture-only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t>Latency / 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Minutes-hours, unbounded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~15-30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~1-5 min (timeout 300s)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 marginal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Paid Cursor (flat-fee)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t>Scale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Deep research per 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graded predictions daily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Contested cases only (Mode A)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r>
                        <a:t>Failure 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Run must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Error-marked, queue survives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Validated + retry &lt;=2, capped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· Targets going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Merge first Delphi3080 verdicts into the grid (hover tooltips ≤50 words live already)</a:t>
            </a:r>
          </a:p>
          <a:p>
            <a:pPr/>
            <a:r>
              <a:rPr/>
              <a:t>Enqueue all current cases to DelphiCursor after QA; owner submits the first one</a:t>
            </a:r>
          </a:p>
          <a:p>
            <a:pPr/>
            <a:r>
              <a:rPr/>
              <a:t>Enqueue escalation (V3 design): swarm split ≤30%, panel deadlock, Delphi3080 unclear → auto-priority</a:t>
            </a:r>
          </a:p>
          <a:p>
            <a:pPr/>
            <a:r>
              <a:rPr/>
              <a:t>Porting: Delphi3080 moves to nimo128 Strix Halo with Qwen3.8-27B (GPU migration before laptop return)</a:t>
            </a:r>
          </a:p>
          <a:p>
            <a:pPr/>
            <a:r>
              <a:rPr/>
              <a:t>Twice-daily 8am/8pm pipeline: harvest → gate → sweep → swarm → Delphi3080 → DelphiCursor → Marty → fact-check →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