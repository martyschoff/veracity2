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Delphi Process — Technical Anatomy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Heuristics, aggregation math, and information flow: MiroFish standard vs Delphi3080 vs DelphiCursor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SeerScore.AI · adjudication internals ·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· The MiroFish standard —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Claim ingest → temporal knowledge graph: episodes → entity extraction (LLM) → relation edges → per-round re-summarization (Graphiti's add_episodes pipeline)</a:t>
            </a:r>
          </a:p>
          <a:p>
            <a:pPr/>
            <a:r>
              <a:rPr/>
              <a:t>Agent society: role-specialized agents (domain taxonomy × persona) each read graph context, produce structured Findings</a:t>
            </a:r>
          </a:p>
          <a:p>
            <a:pPr/>
            <a:r>
              <a:rPr/>
              <a:t>Rounds = evidence propagation: each agent's report is re-ingested; later agents condition on earlier findings (gossip/consensus dynamics)</a:t>
            </a:r>
          </a:p>
          <a:p>
            <a:pPr/>
            <a:r>
              <a:rPr/>
              <a:t>ReportAgent: aggregates all findings → single verdict label + rationale; no numeric vote aggregation in the standard</a:t>
            </a:r>
          </a:p>
          <a:p>
            <a:pPr/>
            <a:r>
              <a:rPr/>
              <a:t>Implicit heuristics: graph-recall via hybrid BM25+vector search; hop-count ≈ rounds; no eligibility gating — every claim judged in full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· Delphi3080 — pipeline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Fixture: {claim_id, claim, date, category, transcript_excerpt, test_eligible_at} → entity-extract prompt (strict own-voice; quoted material excluded by prompt contract)</a:t>
            </a:r>
          </a:p>
          <a:p>
            <a:pPr/>
            <a:r>
              <a:rPr/>
              <a:t>Embeddings: nomic-embed-text, batch create; empty-batch heuristic → proxy synthesizes 768-dim dummy vector (client would otherwise raise No-embedding-data)</a:t>
            </a:r>
          </a:p>
          <a:p>
            <a:pPr/>
            <a:r>
              <a:rPr/>
              <a:t>PanelRunner: 2 rounds, specialists seeded per category; round-2 agents see round-1 findings (evidence propagation like MiroFish, halved depth)</a:t>
            </a:r>
          </a:p>
          <a:p>
            <a:pPr/>
            <a:r>
              <a:rPr/>
              <a:t>ReportAgent: verdict ∈ {correct, incorrect, unclear} + confidence ∈ [0,1]; rationale is free-text grounded in findings, not a vote count</a:t>
            </a:r>
          </a:p>
          <a:p>
            <a:pPr/>
            <a:r>
              <a:rPr/>
              <a:t>Error posture: any stage failure → claim marked error + queue continues; single-instance worker lock serializes writers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· Verdict mapping &amp; confidence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Delphi3080: label from ReportAgent; 'refuted/implausible' → incorrect; graph evidence shortfall → unclear; confidence is the ReportAgent's self-assessed posterior, uncalibrated</a:t>
            </a:r>
          </a:p>
          <a:p>
            <a:pPr/>
            <a:r>
              <a:rPr/>
              <a:t>Swarm (Monte Carlo layer): 40 one-shot personas, i.i.d. reads of claim+transcript; vote ∈ {on-track, unclear, off-track}; majority share → score; split = |p(on-track) − p(off-track)|</a:t>
            </a:r>
          </a:p>
          <a:p>
            <a:pPr/>
            <a:r>
              <a:rPr/>
              <a:t>Eligibility gate (heuristic we added): no adjudication unless test_eligible_at passed or \b(20[2-9]\d)\b regex hits — personas otherwise label future claims failed (horizon bias)</a:t>
            </a:r>
          </a:p>
          <a:p>
            <a:pPr/>
            <a:r>
              <a:rPr/>
              <a:t>Prompt debiasing: 'unclear' requires ABSENCE of evidence, not model caution; 'no' requires positive failure evidence — both to fight the small-model default-to-deny</a:t>
            </a:r>
          </a:p>
          <a:p>
            <a:pPr/>
            <a:r>
              <a:rPr/>
              <a:t>Panel: weighted tier vote — score = Σᵢ wᵢ·voteᵢ (w ∈ {1.5, 1.25, 1.0}); verdict thresholds set on weighted score; tied → escalate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· DelphiCursor — decision-theoretic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Single-judge posterior: one frontier model call = an ideal observer with retrieval, replacing the ensemble; bias risk shifts from plurality to anchoring</a:t>
            </a:r>
          </a:p>
          <a:p>
            <a:pPr/>
            <a:r>
              <a:rPr/>
              <a:t>Anti-anchoring heuristic: fixture REDACTS owner mark and any owner-adjacent signals; prior adjudicator outputs included only as contestedness evidence</a:t>
            </a:r>
          </a:p>
          <a:p>
            <a:pPr/>
            <a:r>
              <a:rPr/>
              <a:t>Vote contract: {vote: correct|incorrect|unclear, confidence 0-100, reasoning, sources_checked, dissent_from_prior}; strict schema validation, malformed → 1 corrective retry</a:t>
            </a:r>
          </a:p>
          <a:p>
            <a:pPr/>
            <a:r>
              <a:rPr/>
              <a:t>Temporal semantics heuristic: 'on track' ≠ correct; future-dated claims judged on trajectory evidence, not headlines (recency-bias guard)</a:t>
            </a:r>
          </a:p>
          <a:p>
            <a:pPr/>
            <a:r>
              <a:rPr/>
              <a:t>Calibration post-checks (worker-side): confidence &gt;90 vs 3+ dissenting prior adjudicators → flag; unclear vs 90%-decisive swarm → 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· Escalation &amp; aggregation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Escalation trigger (DelphiCursor eligibility): any ≥2 of — swarm split ≤30%; panel |score| ≤1.5 (deadlock band); Delphi3080 unclear or confidence &lt;0.60; recency-sensitive (post-2024 refs); panel_weight ≥1.25</a:t>
            </a:r>
          </a:p>
          <a:p>
            <a:pPr/>
            <a:r>
              <a:rPr/>
              <a:t>Hard exclusions: verdict_source=authoritative (external override); not-due (eligibility gate); owner-final</a:t>
            </a:r>
          </a:p>
          <a:p>
            <a:pPr/>
            <a:r>
              <a:rPr/>
              <a:t>Precedence lattice: authoritative &gt; owner &gt; DelphiCursor &gt; Delphi3080 &gt; panel &gt; swarm — disagreement LOGGED (delphicursor_disagreements.jsonl) for inter-system calibration, never auto-overriding above it</a:t>
            </a:r>
          </a:p>
          <a:p>
            <a:pPr/>
            <a:r>
              <a:rPr/>
              <a:t>Divergence metric: rate of DelphiCursor-vs-swarm/panel disagreement tracked as a system-health signal (adjudicator calibration drift)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· Known technical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Zero-entity extraction runs → empty graph → degraded rounds (root cause: strict own-voice prompt vs LLM extraction ability); needs extraction-robustness scoring</a:t>
            </a:r>
          </a:p>
          <a:p>
            <a:pPr/>
            <a:r>
              <a:rPr/>
              <a:t>ReportAgent confidence is uncalibrated (no Brier/log-score tracking yet); swarm gives us the labeled distribution to calibrate against</a:t>
            </a:r>
          </a:p>
          <a:p>
            <a:pPr/>
            <a:r>
              <a:rPr/>
              <a:t>Round depth (2) chosen for latency, not validated for evidence saturation — MiroFish's deeper rounds may matter on multi-entity claims</a:t>
            </a:r>
          </a:p>
          <a:p>
            <a:pPr/>
            <a:r>
              <a:rPr/>
              <a:t>Single-judge DelphiCursor is non-deterministic; determinism is procedural (schema, timeout, isolation), not statistical — k-sample voting is the documented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